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B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工程营 · Day 2 · 图像二分类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9189720" y="658368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6096E6"/>
          </a:solidFill>
          <a:ln/>
        </p:spPr>
      </p:sp>
      <p:sp>
        <p:nvSpPr>
          <p:cNvPr id="4" name="Text 2"/>
          <p:cNvSpPr/>
          <p:nvPr/>
        </p:nvSpPr>
        <p:spPr>
          <a:xfrm>
            <a:off x="9189720" y="65836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含自主扩展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混凝土裂缝图像筛查器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6E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多数类基线  vs  小型 CNN  ·  重点检查漏检裂缝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Kaggle 真实混凝土裂缝照片：Positive / Negative 各 20,000 张，输出只用于安排人工复核顺序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2286000" cy="713232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50799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B6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40,000 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4837176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真实图像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4434840"/>
            <a:ext cx="2286000" cy="713232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450799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6CA9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0.813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73552" y="4837176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CNN 准确率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77840" y="4434840"/>
            <a:ext cx="2286000" cy="713232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4507992"/>
            <a:ext cx="1956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5F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 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742432" y="4837176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漏检裂缝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16233A"/>
          </a:solidFill>
          <a:ln w="25400">
            <a:solidFill>
              <a:srgbClr val="6096E6"/>
            </a:solidFill>
            <a:prstDash val="solid"/>
          </a:ln>
        </p:spPr>
      </p:sp>
      <p:pic>
        <p:nvPicPr>
          <p:cNvPr id="18" name="Image 0" descr="C:/Users/蔡焕新/Documents/GitHub/mikuday0/student-work/day-02-concrete/data/raw/Positive/15704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1581912"/>
            <a:ext cx="2926080" cy="2926080"/>
          </a:xfrm>
          <a:prstGeom prst="ellipse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183880" y="4800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3B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一条真实裂缝（Positive）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问题与使用者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一张混凝土照片进来，输出一个「可能有裂缝 / 未发现裂缝」的判断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1170432"/>
          </a:xfrm>
          <a:prstGeom prst="roundRect">
            <a:avLst>
              <a:gd name="adj" fmla="val 7813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04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需要先筛选大量照片、再安排人工复核的设施维护团队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5120640" cy="1170432"/>
          </a:xfrm>
          <a:prstGeom prst="roundRect">
            <a:avLst>
              <a:gd name="adj" fmla="val 7813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4553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把照片分成「可能有裂缝 / 未发现裂缝」两组，优先推送可能有裂缝的，并检查有没有漏掉真裂缝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5120640" cy="1170432"/>
          </a:xfrm>
          <a:prstGeom prst="roundRect">
            <a:avLst>
              <a:gd name="adj" fmla="val 7813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87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真实输入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44398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Kaggle Concrete Crack Images：Positive / Negative 各 20,000 张（经 --check-data 验证）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66944"/>
            <a:ext cx="5120640" cy="1170432"/>
          </a:xfrm>
          <a:prstGeom prst="roundRect">
            <a:avLst>
              <a:gd name="adj" fmla="val 7813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3858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5F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74243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只用于安排人工复核顺序，不替代现场检查、工程师判断或安全决策</a:t>
            </a:r>
            <a:endParaRPr lang="en-US" sz="1250" dirty="0"/>
          </a:p>
        </p:txBody>
      </p:sp>
      <p:pic>
        <p:nvPicPr>
          <p:cNvPr id="16" name="Image 0" descr="C:/Users/蔡焕新/AppData/Local/Temp/pptxbuild/assets/pos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148840"/>
            <a:ext cx="5806440" cy="17099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43600" y="4069080"/>
            <a:ext cx="5806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模型看到的是图像像素，不是表格里的一行数字——CNN 自动从像素里学习裂缝的边缘与纹理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方法与基线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两条路线在同一数据、同一划分、同一指标下比较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5F8FC"/>
          </a:solidFill>
          <a:ln w="19050">
            <a:solidFill>
              <a:srgbClr val="609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44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简单基线 · 多数类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总猜训练集最多的类别，完全不读图像像素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5F8FC"/>
          </a:solidFill>
          <a:ln w="19050">
            <a:solidFill>
              <a:srgbClr val="56CA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444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CA9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 · SmallCNN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18105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两层卷积 + 池化 + 全连接，9,586 个参数，训练 2 个 epoch</a:t>
            </a:r>
            <a:endParaRPr lang="en-US" sz="1250" dirty="0"/>
          </a:p>
        </p:txBody>
      </p:sp>
      <p:pic>
        <p:nvPicPr>
          <p:cNvPr id="10" name="Image 0" descr="C:/Users/蔡焕新/AppData/Local/Temp/pptxbuild/assets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51760"/>
            <a:ext cx="11201400" cy="33741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12648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课程要求：同数据、同划分（seed 2026：训练 900 / 测试 300）、同指标——比较才公平</a:t>
            </a:r>
            <a:pPr algn="ctr" indent="0" marL="0">
              <a:buNone/>
            </a:pPr>
            <a:r>
              <a:rPr lang="en-US" sz="130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｜　自主扩展：ResNet18 迁移学习 + 消融 + 漏检优先阈值（见第 4 页）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最重要证据：五个模型的同条件比较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 300 张留出测试图，seed 2026；浅蓝行 = 自主扩展（迁移学习 · 消融 · 漏检优先阈值），白行 = 课程要求内容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Crack Precision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Crack Recall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FN 漏检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FP 误报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Majority baseline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SmallCNN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C5F7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6CA9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ResNet18 pretrained @ 0.5（扩展）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6CA9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6CA9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6CA9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6CA9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6CA9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ResNet18 pretrained @ 0.9996（扩展）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0.953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5F7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ResNet18 scratch @ 0.5（扩展）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0.993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2A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24528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28853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迁移学习有效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455371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同结构 ResNet18：pretrained 漏检 0 vs scratch 漏检 4——提升来自 ImageNet 预训练，不是网络更大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065776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12978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阈值是另一回事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539496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验证集选出的 0.9996 在测试集漏检 14 张（recall 0.907），默认 0.5 反而漏检 0——对漏检最贵的业务，0.5 是更好的工作点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907024"/>
            <a:ext cx="6537960" cy="786384"/>
          </a:xfrm>
          <a:prstGeom prst="roundRect">
            <a:avLst>
              <a:gd name="adj" fmla="val 10465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97103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筛查价值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623620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SmallCNN 漏 43 张 → ResNet18 漏 0 张、误报仅 1；但子集仍有相关图像泄漏风险，不推广到全部 40,000 张</a:t>
            </a:r>
            <a:endParaRPr lang="en-US" sz="1100" dirty="0"/>
          </a:p>
        </p:txBody>
      </p:sp>
      <p:pic>
        <p:nvPicPr>
          <p:cNvPr id="14" name="Image 0" descr="C:/Users/蔡焕新/Documents/GitHub/mikuday0/student-work/day-02-concrete/runs/resnet18_pretrained-validation-recall-thres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4297680"/>
            <a:ext cx="3840480" cy="21945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26680" y="65288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验证集上的阈值-召回率曲线（只用于选阈值，test 仅评一次）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失败、限制与下一问题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一个真实漏检案例 + 边界 + 下一步（配图均为真实数据；蓝色小标 = 课程文件里没有的自主内容）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527048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5F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真实失败案例</a:t>
            </a:r>
            <a:endParaRPr lang="en-US" sz="1500" dirty="0"/>
          </a:p>
        </p:txBody>
      </p:sp>
      <p:pic>
        <p:nvPicPr>
          <p:cNvPr id="6" name="Image 0" descr="C:/Users/蔡焕新/AppData/Local/Temp/pptxbuild/assets/cas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920240"/>
            <a:ext cx="2441448" cy="1764792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4023360"/>
            <a:ext cx="24414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真实有裂缝，被预测无裂缝——比平均裂缝图更亮、对比更弱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01568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9584" y="1527048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为什么出错</a:t>
            </a:r>
            <a:pPr indent="0" marL="0">
              <a:buNone/>
            </a:pPr>
            <a:r>
              <a:rPr lang="en-US" sz="100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自主分析</a:t>
            </a:r>
            <a:endParaRPr lang="en-US" sz="1500" dirty="0"/>
          </a:p>
        </p:txBody>
      </p:sp>
      <p:pic>
        <p:nvPicPr>
          <p:cNvPr id="10" name="Image 1" descr="C:/Users/蔡焕新/AppData/Local/Temp/pptxbuild/assets/cas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920240"/>
            <a:ext cx="2441448" cy="1764792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9584" y="4023360"/>
            <a:ext cx="24414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偏亮 + 裂缝对比弱 + 边缘密度低，弱外观信号被当成干净表面（统计自 analyze_errors.py）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54496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82512" y="1527048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A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不能下的结论</a:t>
            </a:r>
            <a:endParaRPr lang="en-US" sz="1500" dirty="0"/>
          </a:p>
        </p:txBody>
      </p:sp>
      <p:pic>
        <p:nvPicPr>
          <p:cNvPr id="14" name="Image 2" descr="C:/Users/蔡焕新/AppData/Local/Temp/pptxbuild/assets/cas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20240"/>
            <a:ext cx="2441448" cy="1764792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82512" y="4023360"/>
            <a:ext cx="24414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筛查≠安全鉴定；只报准确率会掩盖漏检；子集不推广到全部 40,000 张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107424" y="141732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5F8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35440" y="1527048"/>
            <a:ext cx="244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CA9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下一问题</a:t>
            </a:r>
            <a:pPr indent="0" marL="0">
              <a:buNone/>
            </a:pPr>
            <a:r>
              <a:rPr lang="en-US" sz="1000" b="1" dirty="0">
                <a:solidFill>
                  <a:srgbClr val="6096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扩展方向</a:t>
            </a:r>
            <a:endParaRPr lang="en-US" sz="1500" dirty="0"/>
          </a:p>
        </p:txBody>
      </p:sp>
      <p:pic>
        <p:nvPicPr>
          <p:cNvPr id="18" name="Image 3" descr="C:/Users/蔡焕新/AppData/Local/Temp/pptxbuild/assets/cas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920240"/>
            <a:ext cx="2441448" cy="1764792"/>
          </a:xfrm>
          <a:prstGeom prst="ellipse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35440" y="4023360"/>
            <a:ext cx="24414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A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下一步：Grad-CAM 热力图，看模型注意力在裂缝还是阴影/污渍——直接衔接现有失败案例分析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2026-08-20T03:29:24Z</dcterms:created>
  <dcterms:modified xsi:type="dcterms:W3CDTF">2026-08-20T03:29:24Z</dcterms:modified>
</cp:coreProperties>
</file>